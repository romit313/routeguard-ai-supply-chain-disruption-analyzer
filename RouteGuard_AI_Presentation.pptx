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0D3B6E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309360" y="6858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🛳️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  |  BUAN 6342 Special Topics in Business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RouteGuard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Supply Chain Disruption Analyzer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system that analyzes global shipping route risks using a 3-step LLM reasoning pipeline — delivering scored disruption reports and alternative routing strategies in under 60 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474720"/>
            <a:ext cx="109728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81328" y="3474720"/>
            <a:ext cx="109728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88336" y="3474720"/>
            <a:ext cx="109728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95344" y="3474720"/>
            <a:ext cx="109728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02352" y="3474720"/>
            <a:ext cx="109728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Romit Jain  |  The University of Texas at Dallas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 assessment is broken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01168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hours per route assessment, done manually by analysts scanning news and port alerts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600200"/>
            <a:ext cx="201168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50592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2032" y="2788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analysts reach different risk conclusions for the same route and shipment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600200"/>
            <a:ext cx="201168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18304" y="2788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discovered after delays already occur, costing millions in penalties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600200"/>
            <a:ext cx="201168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03136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94576" y="2788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cargo-transport combinations booked without awareness of IATA/IMDG regulations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supply chain disruptions cost businesses over $1.5 trillion annually  |  Source: McKinsey Global Institute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RouteGuard AI — What It Delivers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618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Disruptions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9842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disruptions specific to the route geography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15087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5087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618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9842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CRITICAL/HIGH/MEDIUM/LOW rating with 0-100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5087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5087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48272" y="1618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Routes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48272" y="19842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alternative strategies with cost and time tradeoffs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089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2688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584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briefing with 3 immediate actions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82112" y="31089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31089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Validation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3584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IATA/IMDG/IAEA rules block invalid cargo-mode combos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3108960"/>
            <a:ext cx="274320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31089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48272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Follow-up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48272" y="3584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 questions with full analysis context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Agentic LLM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828800" cy="1005840"/>
          </a:xfrm>
          <a:prstGeom prst="rect">
            <a:avLst/>
          </a:prstGeom>
          <a:solidFill>
            <a:srgbClr val="112240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212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Destination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Cargo, Value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938528"/>
            <a:ext cx="4114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8105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389888"/>
            <a:ext cx="1783080" cy="2331720"/>
          </a:xfrm>
          <a:prstGeom prst="rect">
            <a:avLst/>
          </a:prstGeom>
          <a:solidFill>
            <a:srgbClr val="112240"/>
          </a:solidFill>
          <a:ln w="254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417320"/>
            <a:ext cx="548640" cy="5486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834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identifies top 3 active disruptions specific to the route geography in 2024-2025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2560320"/>
            <a:ext cx="1188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24323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44568" y="1389888"/>
            <a:ext cx="1783080" cy="2331720"/>
          </a:xfrm>
          <a:prstGeom prst="rect">
            <a:avLst/>
          </a:prstGeom>
          <a:solidFill>
            <a:srgbClr val="112240"/>
          </a:solidFill>
          <a:ln w="254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66360" y="1417320"/>
            <a:ext cx="548640" cy="54864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44568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36008" y="2834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risk dimensions, computes on-time probability, and proposes 2 alternative routes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45936" y="2560320"/>
            <a:ext cx="1188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4323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83096" y="1389888"/>
            <a:ext cx="1783080" cy="2331720"/>
          </a:xfrm>
          <a:prstGeom prst="rect">
            <a:avLst/>
          </a:prstGeom>
          <a:solidFill>
            <a:srgbClr val="112240"/>
          </a:solidFill>
          <a:ln w="254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04888" y="1417320"/>
            <a:ext cx="548640" cy="5486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488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83096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83096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74536" y="2834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synthesizes Steps 1 and 2 into a C-suite briefing with immediate actions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85048" y="2560320"/>
            <a:ext cx="25603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67928" y="24323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32520" y="1463040"/>
            <a:ext cx="91440" cy="2240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931920"/>
            <a:ext cx="9144000" cy="12070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3251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separate LLM call with its own expert persona — a risk analyst, a scoring expert, and a VP-level briefer. The output of each step is passed as context to the next, creating a reasoning chain that no single prompt could achieve.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— RouteGuard AI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56692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463040"/>
            <a:ext cx="265176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463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48272" y="1490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Ready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48272" y="17465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running locally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2121408"/>
            <a:ext cx="265176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1214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48272" y="2148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Pipeline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48272" y="24048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LLM reasoning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2779776"/>
            <a:ext cx="265176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7797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48272" y="2807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48272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with severity level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3438144"/>
            <a:ext cx="265176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34381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48272" y="346557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Routes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48272" y="37216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time tradeoffs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17920" y="4096512"/>
            <a:ext cx="265176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40965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748272" y="41239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Q&amp;A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48272" y="43799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follow-ups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Real-World Supply Chain Teams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384048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Llama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 / httpx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91440" marT="0" marB="NaN" anchor="ctr">
                    <a:lnL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417320"/>
            <a:ext cx="205740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assessment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12280" y="1417320"/>
            <a:ext cx="205740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81228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LLM calls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analysis (agentic)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2788920"/>
            <a:ext cx="205740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0" y="3383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restriction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(IATA/IMDG/IAEA)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12280" y="2788920"/>
            <a:ext cx="205740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122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812280" y="3383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types across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industry categories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343400"/>
            <a:ext cx="9144000" cy="7955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370832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RouteGuard AI demonstrates how agentic LLM pipelines can solve real logistics intelligence problems, delivering in seconds what takes analysts hours, with built-in regulatory compliance and natural language follow-up.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RouteGuard AI</dc:title>
  <dc:subject>PptxGenJS Presentation</dc:subject>
  <dc:creator>PptxGenJS</dc:creator>
  <cp:lastModifiedBy>PptxGenJS</cp:lastModifiedBy>
  <cp:revision>1</cp:revision>
  <dcterms:created xsi:type="dcterms:W3CDTF">2026-05-07T01:34:38Z</dcterms:created>
  <dcterms:modified xsi:type="dcterms:W3CDTF">2026-05-07T01:34:38Z</dcterms:modified>
</cp:coreProperties>
</file>